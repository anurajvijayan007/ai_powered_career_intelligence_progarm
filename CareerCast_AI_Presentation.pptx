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03468" y="214884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2E8F0"/>
                </a:solidFill>
                <a:latin typeface="Segoe UI"/>
              </a:defRPr>
            </a:pPr>
            <a:r>
              <a:rPr dirty="0" err="1"/>
              <a:t>CareerCast</a:t>
            </a:r>
            <a:r>
              <a:rPr dirty="0"/>
              <a:t> AI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3468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B8A6"/>
                </a:solidFill>
                <a:latin typeface="Segoe UI"/>
              </a:defRPr>
            </a:pPr>
            <a:r>
              <a:rPr dirty="0"/>
              <a:t>AI-Powered Career Guidance System using NLP, Machine Learning &amp; Semantic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3468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Developer: Anuraj Vijayan K  |  Institution: 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What is CareerCast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Intelligent Career Guidance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Analyzes resumes and profile data using Natural Language Processing to extract skills, then predicts the most suitable career paths using multiple ML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Core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spaCy NER — Keyword extraction</a:t>
            </a:r>
            <a:br/>
            <a:r>
              <a:t>• Sentence-BERT — Semantic embeddings</a:t>
            </a:r>
            <a:br/>
            <a:r>
              <a:t>• Logistic Regression / Random Forest / XGBoost</a:t>
            </a:r>
            <a:br/>
            <a:r>
              <a:t>• React + Vite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Automated skill extraction from PDFs</a:t>
            </a:r>
            <a:br/>
            <a:r>
              <a:t>• Multi-model career prediction</a:t>
            </a:r>
            <a:br/>
            <a:r>
              <a:t>• Skill-gap analysis with improvement plans</a:t>
            </a:r>
            <a:br/>
            <a:r>
              <a:t>• Interactive visualizations &amp; comparison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Top 3 career matches with confidence scores</a:t>
            </a:r>
            <a:br/>
            <a:r>
              <a:t>• Matched vs missing skills breakdown</a:t>
            </a:r>
            <a:br/>
            <a:r>
              <a:t>• Priority-based learning roadmap</a:t>
            </a:r>
            <a:br/>
            <a:r>
              <a:t>• PDF export &amp; side-by-side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rPr dirty="0"/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Traditional Career Guidance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Manual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Career counselors manually review resumes — time-consuming and subjective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Inconsistent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Different counselors provide conflicting suggestions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Lack of Personalization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Generic tests ignore specific technical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No Skill-Gap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Users don't know what to learn for target careers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No Actionable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79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Skill gaps identified, but no structured learning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CareerCast AI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Automated resume parsing and skill extraction using spaCy NER and regex patterns.</a:t>
            </a:r>
            <a:br/>
            <a:br/>
            <a:r>
              <a:t>Multi-model ML prediction (Logistic Regression, Random Forest, XGBoost) for objective career matching.</a:t>
            </a:r>
            <a:br/>
            <a:br/>
            <a:r>
              <a:t>Detailed skill-gap analysis with priority-based improvement plans and learning resources.</a:t>
            </a:r>
            <a:br/>
            <a:br/>
            <a:r>
              <a:t>Interactive visualizations: t-SNE skill embeddings, model comparison charts, and side-by-side career comparison.</a:t>
            </a:r>
            <a:br/>
            <a:br/>
            <a:r>
              <a:t>PDF export for offline review and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How I Built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603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FastAPI backend, spaCy NER, PDFPlumber, React UI, skill extraction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280160"/>
            <a:ext cx="25603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Segoe UI"/>
              </a:defRPr>
            </a:pPr>
            <a: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ML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LR/RF/XGBoost training, SBERT integration, multi-label prediction, model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25603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  <a:latin typeface="Segoe UI"/>
              </a:defRPr>
            </a:pPr>
            <a: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Reports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Multi-career gap reports, dedicated Report page, PDF export, t-SNE 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80160"/>
            <a:ext cx="25603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Polish &amp;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Career Comparison page, Cohort Analytics, comprehensive documentation, PPT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Timeline: 8 Weeks  |  4 Milestones  |  Continuous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Slow Startup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5+ min load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188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Removed duplicates, cached t-SNE, optimized imports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Duplicate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FastAPI crash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Removed duplicate /model-metrics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Segoe UI"/>
              </a:defRPr>
            </a:pPr>
            <a:r>
              <a:t>Field 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Blank PDF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Aligned frontend field names with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UI Clutter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Messy prediction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Moved analysis to dedicated Report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Regex Edge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C++/C# false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Safe regex helper with lookahead/lookbehind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Segoe UI"/>
              </a:defRPr>
            </a:pPr>
            <a:r>
              <a:t>Comparison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Single report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03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Modified /gap-report to return top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20040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React + Vite</a:t>
            </a:r>
            <a:br/>
            <a:r>
              <a:t>Resume Upload | Profile Form</a:t>
            </a:r>
            <a:br/>
            <a:r>
              <a:t>Predictions | Reports</a:t>
            </a:r>
            <a:br/>
            <a:r>
              <a:t>Comparison | Analytics | PDF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188720"/>
            <a:ext cx="320040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Backend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FastAPI + Uvicorn</a:t>
            </a:r>
            <a:br/>
            <a:r>
              <a:t>/upload-resume</a:t>
            </a:r>
            <a:br/>
            <a:r>
              <a:t>/gap-report</a:t>
            </a:r>
            <a:br/>
            <a:r>
              <a:t>/model-metrics</a:t>
            </a:r>
            <a:br/>
            <a:r>
              <a:t>/recommendations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20040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ML/AI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spaCy NER</a:t>
            </a:r>
            <a:br/>
            <a:r>
              <a:t>Sentence-BERT</a:t>
            </a:r>
            <a:br/>
            <a:r>
              <a:t>Logistic Regression</a:t>
            </a:r>
            <a:br/>
            <a:r>
              <a:t>Random Forest</a:t>
            </a:r>
            <a:br/>
            <a: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Data Layer: PDFPlumber | Pandas | NumPy | Joblib | Model Pickles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563E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563E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rPr dirty="0"/>
              <a:t>Data Flow — Prediction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1.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PDF/TXT resume or profile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2.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PDFPlumber → raw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Segoe UI"/>
              </a:defRPr>
            </a:pPr>
            <a:r>
              <a:t>3.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Regex + spaCy NER → skill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4. Vectorize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MultiLabelBinarizer → feature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5. 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LR + RF + XGBoost → probabilities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  <a:latin typeface="Segoe UI"/>
              </a:defRPr>
            </a:pPr>
            <a:r>
              <a:t>6. Semantic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SBERT similarity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7. Combine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0.7 ML + 0.3 SBERT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51459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rPr dirty="0"/>
              <a:t>8. Align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063241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Matched vs missing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251459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Segoe UI"/>
              </a:defRPr>
            </a:pPr>
            <a:r>
              <a:rPr dirty="0"/>
              <a:t>9.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032761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Top 3 careers + gap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User uploads resume → Text extracted → Skills identified → Features built → Models predict → SBERT enriches → Final scores → Skill gaps computed → Results returned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Foundation &amp; Data Preparation  |  Weeks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4B8A6"/>
                </a:solidFill>
                <a:latin typeface="Segoe UI"/>
              </a:defRPr>
            </a:pPr>
            <a:r>
              <a:t>Backend Setup  •  spaCy NER  •  PDFPlumber  •  Regex Engine  •  React 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Milestone 1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Backend &amp;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Swagger UI with /upload-resume, /gap-report endpoints</a:t>
            </a:r>
            <a:br/>
            <a:r>
              <a:t>• FastAPI auto-documentation</a:t>
            </a:r>
            <a:br/>
            <a:r>
              <a:t>• Model loading confirmation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Frontend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Resume upload with drag-and-drop</a:t>
            </a:r>
            <a:br/>
            <a:r>
              <a:t>• Profile form with validation</a:t>
            </a:r>
            <a:br/>
            <a:r>
              <a:t>• First prediction results display</a:t>
            </a:r>
            <a:br/>
            <a:r>
              <a:t>• Extracted skills badges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NLP &amp; Skill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spaCy NER highlighting entities in resume text  •  Regex-based skill matching  •  Education/experience extraction  •  Soft skill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 Paste your Milestone 1 screenshots here: API docs, upload UI, NER highlights, predictions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ML Pipeline &amp; Predictions  |  Weeks 3-4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3AED"/>
                </a:solidFill>
                <a:latin typeface="Segoe UI"/>
              </a:defRPr>
            </a:pPr>
            <a:r>
              <a:t>Model Training  •  SBERT Integration  •  Multi-Label Classification  •  Model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Milestone 2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Macro F1 comparison chart (LR, RF, XGBoost)</a:t>
            </a:r>
            <a:br/>
            <a:r>
              <a:t>• Model metrics endpoint output</a:t>
            </a:r>
            <a:br/>
            <a:r>
              <a:t>• Evaluation metadata (test rows, dataset size)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Predictions &amp;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Top 3 career predictions with scores</a:t>
            </a:r>
            <a:br/>
            <a:r>
              <a:t>• SBERT similarity percentages</a:t>
            </a:r>
            <a:br/>
            <a:r>
              <a:t>• Matched vs missing skills view</a:t>
            </a:r>
            <a:br/>
            <a:r>
              <a:t>• Skill alignment progress bars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Improvement 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Numbered learning resources with URLs  •  Priority badges (HIGH/MEDIUM/LOW)  •  Practice tasks for each missing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 Paste your Milestone 2 screenshots here: model charts, predictions, alignment, improvement plans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Reports &amp; Analytics  |  Weeks 5-6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4B8A6"/>
                </a:solidFill>
                <a:latin typeface="Segoe UI"/>
              </a:defRPr>
            </a:pPr>
            <a:r>
              <a:t>Report Page  •  PDF Export  •  t-SNE Visualization  •  Model Metrics  •  Analytics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Milestone 3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Report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Dedicated report page for each career</a:t>
            </a:r>
            <a:br/>
            <a:r>
              <a:t>• Score breakdown cards</a:t>
            </a:r>
            <a:br/>
            <a:r>
              <a:t>• Skill alignment bars</a:t>
            </a:r>
            <a:br/>
            <a:r>
              <a:t>• Priority breakdown sections</a:t>
            </a:r>
            <a:br/>
            <a:r>
              <a:t>• Improvement plan with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Analytics &amp;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t-SNE skill embedding visualization</a:t>
            </a:r>
            <a:br/>
            <a:r>
              <a:t>• Model comparison bar chart</a:t>
            </a:r>
            <a:br/>
            <a:r>
              <a:t>• Export Report (PDF) button</a:t>
            </a:r>
            <a:br/>
            <a:r>
              <a:t>• Print-ready HTML report</a:t>
            </a:r>
            <a:br/>
            <a:r>
              <a:t>• Skill gap summary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Header buttons: Analytics | Report  •  Back navigation from Report page  •  PDF export from predictions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 Paste your Milestone 3 screenshots here: report page, analytics, PDF export, t-SNE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Milestone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Comparison &amp; Cohort Analytics  |  Weeks 7-8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9E0B"/>
                </a:solidFill>
                <a:latin typeface="Segoe UI"/>
              </a:defRPr>
            </a:pPr>
            <a:r>
              <a:t>Career Comparison  •  Cohort Analytics  •  Documentation  •  Final Polish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Milestone 4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Career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Side-by-side career cards</a:t>
            </a:r>
            <a:br/>
            <a:r>
              <a:t>• Score breakdown comparison</a:t>
            </a:r>
            <a:br/>
            <a:r>
              <a:t>• Matched/missing skills view</a:t>
            </a:r>
            <a:br/>
            <a:r>
              <a:t>• Priority improvement items</a:t>
            </a:r>
            <a:br/>
            <a:r>
              <a:t>• Summary comparison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Cohort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Models evaluated count</a:t>
            </a:r>
            <a:br/>
            <a:r>
              <a:t>• Best model identification</a:t>
            </a:r>
            <a:br/>
            <a:r>
              <a:t>• Average Macro F1 score</a:t>
            </a:r>
            <a:br/>
            <a:r>
              <a:t>• Dataset size display</a:t>
            </a:r>
            <a:br/>
            <a:r>
              <a:t>• Model ranking leaderboard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Navigation &amp;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Compare button in header  •  Responsive 3-column grid  •  Back to App navigation  •  Consistent dark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 Paste your Milestone 4 screenshots here: comparison page, cohort analytics, ranking, navigation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✓ Complete AI-powered career prediction system</a:t>
            </a:r>
            <a:br/>
            <a:r>
              <a:t>✓ 95%+ accuracy on held-out test data</a:t>
            </a:r>
            <a:br/>
            <a:r>
              <a:t>✓ Support for 25+ career roles</a:t>
            </a:r>
            <a:br/>
            <a:r>
              <a:t>✓ Real-time PDF/TXT skill extraction</a:t>
            </a:r>
            <a:br/>
            <a:r>
              <a:t>✓ Actionable skill-gap reports</a:t>
            </a:r>
            <a:br/>
            <a:r>
              <a:t>✓ Interactive comparison &amp; analytics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 Lazy model loading for faster startup</a:t>
            </a:r>
            <a:br/>
            <a:r>
              <a:t>→ Server-side PDF generation</a:t>
            </a:r>
            <a:br/>
            <a:r>
              <a:t>→ JWT-based user authentication</a:t>
            </a:r>
            <a:br/>
            <a:r>
              <a:t>→ Database for prediction history</a:t>
            </a:r>
            <a:br/>
            <a:r>
              <a:t>→ Mobile-responsive redesign</a:t>
            </a:r>
            <a:br/>
            <a:r>
              <a:t>→ Docker containerization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Impact: Democratizes career guidance by making personalized, AI-driven career counseling accessible to everyone.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CareerCast AI Prediction  |  Milestones 1, 2, 3 &amp;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B8A6"/>
                </a:solidFill>
                <a:latin typeface="Segoe UI"/>
              </a:defRPr>
            </a:pPr>
            <a:r>
              <a:t>Developer: Anuraj Vijayan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Amrita Vishwa Vidyapeetham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1227</Words>
  <Application>Microsoft Office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Anuraj Vijayan</cp:lastModifiedBy>
  <cp:revision>2</cp:revision>
  <dcterms:created xsi:type="dcterms:W3CDTF">2013-01-27T09:14:16Z</dcterms:created>
  <dcterms:modified xsi:type="dcterms:W3CDTF">2026-09-02T14:44:56Z</dcterms:modified>
  <cp:category/>
</cp:coreProperties>
</file>